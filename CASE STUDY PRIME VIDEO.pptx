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Playfair Display"/>
      <p:regular r:id="rId19"/>
      <p:bold r:id="rId20"/>
      <p:italic r:id="rId21"/>
      <p:boldItalic r:id="rId22"/>
    </p:embeddedFont>
    <p:embeddedFont>
      <p:font typeface="Abril Fatface"/>
      <p:regular r:id="rId23"/>
    </p:embeddedFont>
    <p:embeddedFont>
      <p:font typeface="PT Sans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PTSans-regular.fntdata"/><Relationship Id="rId23" Type="http://schemas.openxmlformats.org/officeDocument/2006/relationships/font" Target="fonts/AbrilFatfac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-italic.fntdata"/><Relationship Id="rId25" Type="http://schemas.openxmlformats.org/officeDocument/2006/relationships/font" Target="fonts/PTSans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P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19" Type="http://schemas.openxmlformats.org/officeDocument/2006/relationships/font" Target="fonts/PlayfairDisplay-regular.fntdata"/><Relationship Id="rId18" Type="http://schemas.openxmlformats.org/officeDocument/2006/relationships/font" Target="fonts/Nuni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5c89d9ff7d_0_5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5c89d9ff7d_0_5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5c89d9ff7d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5c89d9ff7d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5c89d9ff7d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5c89d9ff7d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c89d9ff7d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5c89d9ff7d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c89d9ff7d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5c89d9ff7d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7b42bfcb65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7b42bfcb65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7b42bfcb65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7b42bfcb6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7b42bfcb65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7b42bfcb65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243963" y="-933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/>
          <p:nvPr/>
        </p:nvSpPr>
        <p:spPr>
          <a:xfrm flipH="1">
            <a:off x="79191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75649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713100" y="1481055"/>
            <a:ext cx="6816600" cy="2414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713100" y="39955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243963" y="-1695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/>
          <p:nvPr/>
        </p:nvSpPr>
        <p:spPr>
          <a:xfrm flipH="1">
            <a:off x="79191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 flipH="1">
            <a:off x="75649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497800" y="1489792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1497800" y="2119128"/>
            <a:ext cx="2486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title"/>
          </p:nvPr>
        </p:nvSpPr>
        <p:spPr>
          <a:xfrm>
            <a:off x="720000" y="1458160"/>
            <a:ext cx="7989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1497800" y="3288764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1497800" y="3918099"/>
            <a:ext cx="2486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title"/>
          </p:nvPr>
        </p:nvSpPr>
        <p:spPr>
          <a:xfrm>
            <a:off x="720000" y="3257135"/>
            <a:ext cx="7989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5944800" y="1489792"/>
            <a:ext cx="248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5944800" y="2119127"/>
            <a:ext cx="2486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title"/>
          </p:nvPr>
        </p:nvSpPr>
        <p:spPr>
          <a:xfrm>
            <a:off x="4986065" y="1458160"/>
            <a:ext cx="989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27" name="Google Shape;27;p3"/>
          <p:cNvSpPr txBox="1"/>
          <p:nvPr>
            <p:ph idx="9" type="subTitle"/>
          </p:nvPr>
        </p:nvSpPr>
        <p:spPr>
          <a:xfrm>
            <a:off x="5944800" y="3288772"/>
            <a:ext cx="21561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sz="2400"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2100"/>
              <a:buFont typeface="Playfair Display"/>
              <a:buNone/>
              <a:defRPr b="1" sz="2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3" type="subTitle"/>
          </p:nvPr>
        </p:nvSpPr>
        <p:spPr>
          <a:xfrm>
            <a:off x="5944800" y="3918099"/>
            <a:ext cx="24861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4" type="title"/>
          </p:nvPr>
        </p:nvSpPr>
        <p:spPr>
          <a:xfrm>
            <a:off x="4986065" y="3257135"/>
            <a:ext cx="9897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1" sz="4000"/>
            </a:lvl9pPr>
          </a:lstStyle>
          <a:p/>
        </p:txBody>
      </p:sp>
      <p:sp>
        <p:nvSpPr>
          <p:cNvPr id="30" name="Google Shape;30;p3"/>
          <p:cNvSpPr txBox="1"/>
          <p:nvPr>
            <p:ph idx="15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 rot="-3419928">
            <a:off x="-1702336" y="601791"/>
            <a:ext cx="2807434" cy="119343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 flipH="1" rot="1401600">
            <a:off x="8049665" y="111206"/>
            <a:ext cx="2374221" cy="280599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 rot="-836192">
            <a:off x="-1327571" y="-192085"/>
            <a:ext cx="2334065" cy="2880749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1896900" y="1307100"/>
            <a:ext cx="65340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 rot="784685">
            <a:off x="-181768" y="-821219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 flipH="1" rot="1783285">
            <a:off x="-385508" y="-12432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143200" y="-478825"/>
            <a:ext cx="1214376" cy="4636445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720000" y="2195100"/>
            <a:ext cx="4337700" cy="146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" name="Google Shape;41;p5"/>
          <p:cNvSpPr txBox="1"/>
          <p:nvPr>
            <p:ph idx="2" type="title"/>
          </p:nvPr>
        </p:nvSpPr>
        <p:spPr>
          <a:xfrm>
            <a:off x="720000" y="1178725"/>
            <a:ext cx="5067600" cy="10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2" name="Google Shape;42;p5"/>
          <p:cNvSpPr txBox="1"/>
          <p:nvPr>
            <p:ph idx="1" type="subTitle"/>
          </p:nvPr>
        </p:nvSpPr>
        <p:spPr>
          <a:xfrm>
            <a:off x="720000" y="3676775"/>
            <a:ext cx="50676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/>
          <p:nvPr/>
        </p:nvSpPr>
        <p:spPr>
          <a:xfrm rot="880749">
            <a:off x="-109876" y="-360103"/>
            <a:ext cx="1253609" cy="3696844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 flipH="1" rot="1966325">
            <a:off x="-97662" y="-885208"/>
            <a:ext cx="1064941" cy="343816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448000" y="-7715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720000" y="1240186"/>
            <a:ext cx="770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2241550" y="2221513"/>
            <a:ext cx="46611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/>
          <p:nvPr/>
        </p:nvSpPr>
        <p:spPr>
          <a:xfrm flipH="1">
            <a:off x="8252620" y="-928356"/>
            <a:ext cx="1245003" cy="318121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/>
          <p:nvPr/>
        </p:nvSpPr>
        <p:spPr>
          <a:xfrm rot="-844789">
            <a:off x="8256300" y="-340795"/>
            <a:ext cx="1031065" cy="343335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"/>
          <p:cNvSpPr/>
          <p:nvPr/>
        </p:nvSpPr>
        <p:spPr>
          <a:xfrm>
            <a:off x="-263905" y="-1215306"/>
            <a:ext cx="1245003" cy="318121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>
            <p:ph type="title"/>
          </p:nvPr>
        </p:nvSpPr>
        <p:spPr>
          <a:xfrm>
            <a:off x="1323370" y="129759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4" name="Google Shape;54;p7"/>
          <p:cNvSpPr txBox="1"/>
          <p:nvPr>
            <p:ph idx="1" type="subTitle"/>
          </p:nvPr>
        </p:nvSpPr>
        <p:spPr>
          <a:xfrm>
            <a:off x="1323370" y="1749106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2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title"/>
          </p:nvPr>
        </p:nvSpPr>
        <p:spPr>
          <a:xfrm>
            <a:off x="1323370" y="2422722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7" name="Google Shape;57;p7"/>
          <p:cNvSpPr txBox="1"/>
          <p:nvPr>
            <p:ph idx="4" type="subTitle"/>
          </p:nvPr>
        </p:nvSpPr>
        <p:spPr>
          <a:xfrm>
            <a:off x="1323370" y="2874231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5" type="title"/>
          </p:nvPr>
        </p:nvSpPr>
        <p:spPr>
          <a:xfrm>
            <a:off x="1323370" y="354784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59" name="Google Shape;59;p7"/>
          <p:cNvSpPr txBox="1"/>
          <p:nvPr>
            <p:ph idx="6" type="subTitle"/>
          </p:nvPr>
        </p:nvSpPr>
        <p:spPr>
          <a:xfrm>
            <a:off x="1323370" y="3999356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/>
          <p:nvPr/>
        </p:nvSpPr>
        <p:spPr>
          <a:xfrm flipH="1">
            <a:off x="-243963" y="-245773"/>
            <a:ext cx="855913" cy="260023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8"/>
          <p:cNvSpPr/>
          <p:nvPr/>
        </p:nvSpPr>
        <p:spPr>
          <a:xfrm flipH="1">
            <a:off x="8071540" y="-278604"/>
            <a:ext cx="1383960" cy="932103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8"/>
          <p:cNvSpPr/>
          <p:nvPr/>
        </p:nvSpPr>
        <p:spPr>
          <a:xfrm flipH="1">
            <a:off x="7717305" y="-93375"/>
            <a:ext cx="1730072" cy="204458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8"/>
          <p:cNvSpPr txBox="1"/>
          <p:nvPr>
            <p:ph idx="1" type="body"/>
          </p:nvPr>
        </p:nvSpPr>
        <p:spPr>
          <a:xfrm>
            <a:off x="720000" y="1650200"/>
            <a:ext cx="3876000" cy="23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/>
          <p:nvPr/>
        </p:nvSpPr>
        <p:spPr>
          <a:xfrm rot="-1794915">
            <a:off x="-1502546" y="-638410"/>
            <a:ext cx="2293282" cy="2585085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8555291" y="-912025"/>
            <a:ext cx="1031060" cy="313232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7852681" y="-293879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 txBox="1"/>
          <p:nvPr>
            <p:ph type="title"/>
          </p:nvPr>
        </p:nvSpPr>
        <p:spPr>
          <a:xfrm>
            <a:off x="1291314" y="2203402"/>
            <a:ext cx="2742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2" type="title"/>
          </p:nvPr>
        </p:nvSpPr>
        <p:spPr>
          <a:xfrm>
            <a:off x="5110086" y="2203402"/>
            <a:ext cx="2742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0"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" type="subTitle"/>
          </p:nvPr>
        </p:nvSpPr>
        <p:spPr>
          <a:xfrm>
            <a:off x="5110088" y="2786250"/>
            <a:ext cx="27426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1291312" y="2786250"/>
            <a:ext cx="2742600" cy="101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9"/>
          <p:cNvSpPr txBox="1"/>
          <p:nvPr>
            <p:ph idx="4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 rot="784685">
            <a:off x="-410368" y="-897419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/>
          <p:nvPr/>
        </p:nvSpPr>
        <p:spPr>
          <a:xfrm flipH="1" rot="1783285">
            <a:off x="-385508" y="-13956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/>
          <p:nvPr/>
        </p:nvSpPr>
        <p:spPr>
          <a:xfrm>
            <a:off x="8448000" y="-7715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 txBox="1"/>
          <p:nvPr>
            <p:ph type="title"/>
          </p:nvPr>
        </p:nvSpPr>
        <p:spPr>
          <a:xfrm>
            <a:off x="713100" y="1559953"/>
            <a:ext cx="231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" name="Google Shape;80;p10"/>
          <p:cNvSpPr txBox="1"/>
          <p:nvPr>
            <p:ph idx="1" type="subTitle"/>
          </p:nvPr>
        </p:nvSpPr>
        <p:spPr>
          <a:xfrm>
            <a:off x="1046700" y="1994078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2" type="title"/>
          </p:nvPr>
        </p:nvSpPr>
        <p:spPr>
          <a:xfrm>
            <a:off x="6112200" y="1559953"/>
            <a:ext cx="231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2" name="Google Shape;82;p10"/>
          <p:cNvSpPr txBox="1"/>
          <p:nvPr>
            <p:ph idx="3" type="subTitle"/>
          </p:nvPr>
        </p:nvSpPr>
        <p:spPr>
          <a:xfrm>
            <a:off x="6112200" y="1994078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0"/>
          <p:cNvSpPr txBox="1"/>
          <p:nvPr>
            <p:ph idx="4" type="title"/>
          </p:nvPr>
        </p:nvSpPr>
        <p:spPr>
          <a:xfrm>
            <a:off x="713100" y="2994163"/>
            <a:ext cx="231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" name="Google Shape;84;p10"/>
          <p:cNvSpPr txBox="1"/>
          <p:nvPr>
            <p:ph idx="5" type="subTitle"/>
          </p:nvPr>
        </p:nvSpPr>
        <p:spPr>
          <a:xfrm>
            <a:off x="1046700" y="3428288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6" type="title"/>
          </p:nvPr>
        </p:nvSpPr>
        <p:spPr>
          <a:xfrm>
            <a:off x="6112200" y="2994163"/>
            <a:ext cx="2311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6" name="Google Shape;86;p10"/>
          <p:cNvSpPr txBox="1"/>
          <p:nvPr>
            <p:ph idx="7" type="subTitle"/>
          </p:nvPr>
        </p:nvSpPr>
        <p:spPr>
          <a:xfrm>
            <a:off x="6112200" y="3428288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8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 flipH="1">
            <a:off x="7692880" y="-288986"/>
            <a:ext cx="2374159" cy="280592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/>
          <p:nvPr/>
        </p:nvSpPr>
        <p:spPr>
          <a:xfrm flipH="1" rot="-2700000">
            <a:off x="8364443" y="-538691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1"/>
          <p:cNvSpPr/>
          <p:nvPr/>
        </p:nvSpPr>
        <p:spPr>
          <a:xfrm rot="-236223">
            <a:off x="-431825" y="-749423"/>
            <a:ext cx="1244962" cy="3296496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3" name="Google Shape;93;p11"/>
          <p:cNvSpPr txBox="1"/>
          <p:nvPr>
            <p:ph idx="2" type="title"/>
          </p:nvPr>
        </p:nvSpPr>
        <p:spPr>
          <a:xfrm>
            <a:off x="1286050" y="129759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>
            <a:off x="1286050" y="1749106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idx="3" type="title"/>
          </p:nvPr>
        </p:nvSpPr>
        <p:spPr>
          <a:xfrm>
            <a:off x="1286050" y="2422722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" name="Google Shape;96;p11"/>
          <p:cNvSpPr txBox="1"/>
          <p:nvPr>
            <p:ph idx="4" type="subTitle"/>
          </p:nvPr>
        </p:nvSpPr>
        <p:spPr>
          <a:xfrm>
            <a:off x="1286050" y="2874231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5" type="title"/>
          </p:nvPr>
        </p:nvSpPr>
        <p:spPr>
          <a:xfrm>
            <a:off x="1286050" y="354784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8" name="Google Shape;98;p11"/>
          <p:cNvSpPr txBox="1"/>
          <p:nvPr>
            <p:ph idx="6" type="subTitle"/>
          </p:nvPr>
        </p:nvSpPr>
        <p:spPr>
          <a:xfrm>
            <a:off x="1286050" y="3999356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7" type="title"/>
          </p:nvPr>
        </p:nvSpPr>
        <p:spPr>
          <a:xfrm>
            <a:off x="5682650" y="129759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0" name="Google Shape;100;p11"/>
          <p:cNvSpPr txBox="1"/>
          <p:nvPr>
            <p:ph idx="8" type="subTitle"/>
          </p:nvPr>
        </p:nvSpPr>
        <p:spPr>
          <a:xfrm>
            <a:off x="5682650" y="1749106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1"/>
          <p:cNvSpPr txBox="1"/>
          <p:nvPr>
            <p:ph idx="9" type="title"/>
          </p:nvPr>
        </p:nvSpPr>
        <p:spPr>
          <a:xfrm>
            <a:off x="5682650" y="2422722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2" name="Google Shape;102;p11"/>
          <p:cNvSpPr txBox="1"/>
          <p:nvPr>
            <p:ph idx="13" type="subTitle"/>
          </p:nvPr>
        </p:nvSpPr>
        <p:spPr>
          <a:xfrm>
            <a:off x="5682650" y="2874231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>
            <p:ph idx="14" type="title"/>
          </p:nvPr>
        </p:nvSpPr>
        <p:spPr>
          <a:xfrm>
            <a:off x="5682650" y="3547847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04" name="Google Shape;104;p11"/>
          <p:cNvSpPr txBox="1"/>
          <p:nvPr>
            <p:ph idx="15" type="subTitle"/>
          </p:nvPr>
        </p:nvSpPr>
        <p:spPr>
          <a:xfrm>
            <a:off x="5682650" y="3999356"/>
            <a:ext cx="21753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ONE_COLUMN_TEXT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/>
          <p:nvPr/>
        </p:nvSpPr>
        <p:spPr>
          <a:xfrm flipH="1" rot="-784685">
            <a:off x="7733584" y="-897419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2"/>
          <p:cNvSpPr/>
          <p:nvPr/>
        </p:nvSpPr>
        <p:spPr>
          <a:xfrm rot="-1783285">
            <a:off x="7922631" y="-13956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2"/>
          <p:cNvSpPr/>
          <p:nvPr/>
        </p:nvSpPr>
        <p:spPr>
          <a:xfrm flipH="1">
            <a:off x="-331801" y="-16813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2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>
            <p:ph idx="1" type="subTitle"/>
          </p:nvPr>
        </p:nvSpPr>
        <p:spPr>
          <a:xfrm>
            <a:off x="5243700" y="1478750"/>
            <a:ext cx="3180300" cy="30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 flipH="1" rot="1236882">
            <a:off x="7680459" y="103396"/>
            <a:ext cx="2374143" cy="280590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3"/>
          <p:cNvSpPr/>
          <p:nvPr/>
        </p:nvSpPr>
        <p:spPr>
          <a:xfrm flipH="1">
            <a:off x="8516333" y="-485412"/>
            <a:ext cx="2293271" cy="2585072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 rot="-1315565">
            <a:off x="-1005022" y="-481925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 txBox="1"/>
          <p:nvPr>
            <p:ph type="title"/>
          </p:nvPr>
        </p:nvSpPr>
        <p:spPr>
          <a:xfrm>
            <a:off x="720000" y="331297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6" name="Google Shape;116;p13"/>
          <p:cNvSpPr txBox="1"/>
          <p:nvPr>
            <p:ph idx="1" type="subTitle"/>
          </p:nvPr>
        </p:nvSpPr>
        <p:spPr>
          <a:xfrm>
            <a:off x="720000" y="3718550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3"/>
          <p:cNvSpPr txBox="1"/>
          <p:nvPr>
            <p:ph idx="2" type="title"/>
          </p:nvPr>
        </p:nvSpPr>
        <p:spPr>
          <a:xfrm>
            <a:off x="3484419" y="1875613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18" name="Google Shape;118;p13"/>
          <p:cNvSpPr txBox="1"/>
          <p:nvPr>
            <p:ph idx="3" type="subTitle"/>
          </p:nvPr>
        </p:nvSpPr>
        <p:spPr>
          <a:xfrm>
            <a:off x="3484421" y="226978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3"/>
          <p:cNvSpPr txBox="1"/>
          <p:nvPr>
            <p:ph idx="4" type="title"/>
          </p:nvPr>
        </p:nvSpPr>
        <p:spPr>
          <a:xfrm>
            <a:off x="6255596" y="333577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0" name="Google Shape;120;p13"/>
          <p:cNvSpPr txBox="1"/>
          <p:nvPr>
            <p:ph idx="5" type="subTitle"/>
          </p:nvPr>
        </p:nvSpPr>
        <p:spPr>
          <a:xfrm>
            <a:off x="6255599" y="3718550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>
            <p:ph idx="6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 rot="-1532380">
            <a:off x="-984811" y="25054"/>
            <a:ext cx="2462769" cy="3479190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-1747850" y="-340664"/>
            <a:ext cx="2293271" cy="3283712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/>
          <p:nvPr/>
        </p:nvSpPr>
        <p:spPr>
          <a:xfrm flipH="1" rot="1315565">
            <a:off x="7997421" y="-481925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type="title"/>
          </p:nvPr>
        </p:nvSpPr>
        <p:spPr>
          <a:xfrm>
            <a:off x="4070700" y="311566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1739700" y="1511313"/>
            <a:ext cx="6691200" cy="14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/>
        </p:nvSpPr>
        <p:spPr>
          <a:xfrm flipH="1" rot="2539665">
            <a:off x="7952801" y="67183"/>
            <a:ext cx="1899215" cy="944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5"/>
          <p:cNvSpPr/>
          <p:nvPr/>
        </p:nvSpPr>
        <p:spPr>
          <a:xfrm flipH="1" rot="-1669522">
            <a:off x="-1115619" y="-369656"/>
            <a:ext cx="2074389" cy="220205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 rot="-1532380">
            <a:off x="-1606311" y="-643196"/>
            <a:ext cx="2462769" cy="3479190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>
            <p:ph type="title"/>
          </p:nvPr>
        </p:nvSpPr>
        <p:spPr>
          <a:xfrm>
            <a:off x="720000" y="445025"/>
            <a:ext cx="4294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720000" y="2215050"/>
            <a:ext cx="25755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/>
          <p:nvPr/>
        </p:nvSpPr>
        <p:spPr>
          <a:xfrm rot="-1236882">
            <a:off x="-992836" y="-201404"/>
            <a:ext cx="2374143" cy="280590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/>
          <p:nvPr/>
        </p:nvSpPr>
        <p:spPr>
          <a:xfrm rot="-2700000">
            <a:off x="-1671654" y="-637784"/>
            <a:ext cx="2293212" cy="2585006"/>
          </a:xfrm>
          <a:custGeom>
            <a:rect b="b" l="l" r="r" t="t"/>
            <a:pathLst>
              <a:path extrusionOk="0" h="42665" w="37849">
                <a:moveTo>
                  <a:pt x="34362" y="0"/>
                </a:moveTo>
                <a:lnTo>
                  <a:pt x="33773" y="93"/>
                </a:lnTo>
                <a:cubicBezTo>
                  <a:pt x="34056" y="1905"/>
                  <a:pt x="34542" y="3747"/>
                  <a:pt x="35013" y="5527"/>
                </a:cubicBezTo>
                <a:cubicBezTo>
                  <a:pt x="36102" y="9655"/>
                  <a:pt x="37231" y="13926"/>
                  <a:pt x="35928" y="18232"/>
                </a:cubicBezTo>
                <a:cubicBezTo>
                  <a:pt x="35529" y="19551"/>
                  <a:pt x="34523" y="20491"/>
                  <a:pt x="33457" y="21485"/>
                </a:cubicBezTo>
                <a:cubicBezTo>
                  <a:pt x="32444" y="22433"/>
                  <a:pt x="31395" y="23413"/>
                  <a:pt x="30832" y="24782"/>
                </a:cubicBezTo>
                <a:cubicBezTo>
                  <a:pt x="30549" y="25465"/>
                  <a:pt x="30345" y="26252"/>
                  <a:pt x="30148" y="27012"/>
                </a:cubicBezTo>
                <a:cubicBezTo>
                  <a:pt x="29644" y="28943"/>
                  <a:pt x="29125" y="30943"/>
                  <a:pt x="27289" y="31663"/>
                </a:cubicBezTo>
                <a:cubicBezTo>
                  <a:pt x="26513" y="31966"/>
                  <a:pt x="24388" y="32404"/>
                  <a:pt x="21693" y="32960"/>
                </a:cubicBezTo>
                <a:cubicBezTo>
                  <a:pt x="13788" y="34588"/>
                  <a:pt x="1841" y="37048"/>
                  <a:pt x="288" y="40651"/>
                </a:cubicBezTo>
                <a:cubicBezTo>
                  <a:pt x="1" y="41315"/>
                  <a:pt x="64" y="41993"/>
                  <a:pt x="479" y="42664"/>
                </a:cubicBezTo>
                <a:lnTo>
                  <a:pt x="985" y="42352"/>
                </a:lnTo>
                <a:cubicBezTo>
                  <a:pt x="672" y="41848"/>
                  <a:pt x="626" y="41371"/>
                  <a:pt x="834" y="40885"/>
                </a:cubicBezTo>
                <a:cubicBezTo>
                  <a:pt x="2265" y="37569"/>
                  <a:pt x="14502" y="35049"/>
                  <a:pt x="21811" y="33542"/>
                </a:cubicBezTo>
                <a:cubicBezTo>
                  <a:pt x="24532" y="32982"/>
                  <a:pt x="26684" y="32539"/>
                  <a:pt x="27506" y="32216"/>
                </a:cubicBezTo>
                <a:cubicBezTo>
                  <a:pt x="29624" y="31387"/>
                  <a:pt x="30207" y="29141"/>
                  <a:pt x="30723" y="27160"/>
                </a:cubicBezTo>
                <a:cubicBezTo>
                  <a:pt x="30924" y="26387"/>
                  <a:pt x="31112" y="25653"/>
                  <a:pt x="31378" y="25008"/>
                </a:cubicBezTo>
                <a:cubicBezTo>
                  <a:pt x="31894" y="23758"/>
                  <a:pt x="32895" y="22824"/>
                  <a:pt x="33862" y="21920"/>
                </a:cubicBezTo>
                <a:cubicBezTo>
                  <a:pt x="34937" y="20916"/>
                  <a:pt x="36053" y="19876"/>
                  <a:pt x="36496" y="18403"/>
                </a:cubicBezTo>
                <a:cubicBezTo>
                  <a:pt x="37849" y="13938"/>
                  <a:pt x="36698" y="9587"/>
                  <a:pt x="35585" y="5376"/>
                </a:cubicBezTo>
                <a:cubicBezTo>
                  <a:pt x="35119" y="3609"/>
                  <a:pt x="34638" y="1784"/>
                  <a:pt x="343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/>
          <p:nvPr/>
        </p:nvSpPr>
        <p:spPr>
          <a:xfrm flipH="1" rot="1315565">
            <a:off x="7821221" y="-111650"/>
            <a:ext cx="2374167" cy="280593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6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 rot="-240488">
            <a:off x="-424163" y="-626660"/>
            <a:ext cx="1244966" cy="3296515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/>
          <p:nvPr/>
        </p:nvSpPr>
        <p:spPr>
          <a:xfrm flipH="1" rot="758190">
            <a:off x="-566167" y="-1075222"/>
            <a:ext cx="1031062" cy="3132328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8371800" y="-466725"/>
            <a:ext cx="1214376" cy="4002640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 txBox="1"/>
          <p:nvPr>
            <p:ph type="title"/>
          </p:nvPr>
        </p:nvSpPr>
        <p:spPr>
          <a:xfrm>
            <a:off x="868975" y="1708013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830575" y="2630725"/>
            <a:ext cx="2252100" cy="1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7"/>
          <p:cNvSpPr txBox="1"/>
          <p:nvPr>
            <p:ph idx="2" type="title"/>
          </p:nvPr>
        </p:nvSpPr>
        <p:spPr>
          <a:xfrm>
            <a:off x="3484350" y="1708013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6" name="Google Shape;146;p17"/>
          <p:cNvSpPr txBox="1"/>
          <p:nvPr>
            <p:ph idx="3" type="subTitle"/>
          </p:nvPr>
        </p:nvSpPr>
        <p:spPr>
          <a:xfrm>
            <a:off x="3445950" y="2630725"/>
            <a:ext cx="2252100" cy="1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7"/>
          <p:cNvSpPr txBox="1"/>
          <p:nvPr>
            <p:ph idx="4" type="title"/>
          </p:nvPr>
        </p:nvSpPr>
        <p:spPr>
          <a:xfrm>
            <a:off x="6099725" y="1708013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48" name="Google Shape;148;p17"/>
          <p:cNvSpPr txBox="1"/>
          <p:nvPr>
            <p:ph idx="5" type="subTitle"/>
          </p:nvPr>
        </p:nvSpPr>
        <p:spPr>
          <a:xfrm>
            <a:off x="6061325" y="2630725"/>
            <a:ext cx="2252100" cy="11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7"/>
          <p:cNvSpPr txBox="1"/>
          <p:nvPr>
            <p:ph idx="6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/>
          <p:nvPr>
            <p:ph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2" name="Google Shape;152;p18"/>
          <p:cNvSpPr/>
          <p:nvPr/>
        </p:nvSpPr>
        <p:spPr>
          <a:xfrm flipH="1">
            <a:off x="7692880" y="-288986"/>
            <a:ext cx="2374159" cy="2805923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 flipH="1" rot="-2700000">
            <a:off x="8364443" y="-538691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 rot="-236223">
            <a:off x="-431825" y="-749423"/>
            <a:ext cx="1244962" cy="3296496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 rot="784685">
            <a:off x="-257968" y="-897419"/>
            <a:ext cx="1244983" cy="329652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9"/>
          <p:cNvSpPr/>
          <p:nvPr/>
        </p:nvSpPr>
        <p:spPr>
          <a:xfrm flipH="1" rot="1783285">
            <a:off x="-461708" y="-1319495"/>
            <a:ext cx="1031077" cy="3132372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9"/>
          <p:cNvSpPr/>
          <p:nvPr/>
        </p:nvSpPr>
        <p:spPr>
          <a:xfrm rot="-593063">
            <a:off x="8066975" y="-555016"/>
            <a:ext cx="1214363" cy="4636379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9"/>
          <p:cNvSpPr txBox="1"/>
          <p:nvPr>
            <p:ph type="title"/>
          </p:nvPr>
        </p:nvSpPr>
        <p:spPr>
          <a:xfrm>
            <a:off x="1872622" y="1618250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0" name="Google Shape;160;p19"/>
          <p:cNvSpPr txBox="1"/>
          <p:nvPr>
            <p:ph idx="1" type="subTitle"/>
          </p:nvPr>
        </p:nvSpPr>
        <p:spPr>
          <a:xfrm>
            <a:off x="1872622" y="2065450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9"/>
          <p:cNvSpPr txBox="1"/>
          <p:nvPr>
            <p:ph idx="2" type="title"/>
          </p:nvPr>
        </p:nvSpPr>
        <p:spPr>
          <a:xfrm>
            <a:off x="5893580" y="1618250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2" name="Google Shape;162;p19"/>
          <p:cNvSpPr txBox="1"/>
          <p:nvPr>
            <p:ph idx="3" type="subTitle"/>
          </p:nvPr>
        </p:nvSpPr>
        <p:spPr>
          <a:xfrm>
            <a:off x="5893576" y="2065450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4" type="title"/>
          </p:nvPr>
        </p:nvSpPr>
        <p:spPr>
          <a:xfrm>
            <a:off x="1872622" y="3051650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4" name="Google Shape;164;p19"/>
          <p:cNvSpPr txBox="1"/>
          <p:nvPr>
            <p:ph idx="5" type="subTitle"/>
          </p:nvPr>
        </p:nvSpPr>
        <p:spPr>
          <a:xfrm>
            <a:off x="1872622" y="3498850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9"/>
          <p:cNvSpPr txBox="1"/>
          <p:nvPr>
            <p:ph idx="6" type="title"/>
          </p:nvPr>
        </p:nvSpPr>
        <p:spPr>
          <a:xfrm>
            <a:off x="5893580" y="3051650"/>
            <a:ext cx="197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66" name="Google Shape;166;p19"/>
          <p:cNvSpPr txBox="1"/>
          <p:nvPr>
            <p:ph idx="7" type="subTitle"/>
          </p:nvPr>
        </p:nvSpPr>
        <p:spPr>
          <a:xfrm>
            <a:off x="5893576" y="3498850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9"/>
          <p:cNvSpPr txBox="1"/>
          <p:nvPr>
            <p:ph idx="8" type="title"/>
          </p:nvPr>
        </p:nvSpPr>
        <p:spPr>
          <a:xfrm>
            <a:off x="720000" y="521225"/>
            <a:ext cx="77040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 flipH="1" rot="-455257">
            <a:off x="7806589" y="-318265"/>
            <a:ext cx="1246880" cy="4103807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 rot="-1538068">
            <a:off x="8279391" y="-585161"/>
            <a:ext cx="1048448" cy="34013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 flipH="1" rot="654765">
            <a:off x="-453977" y="-1416412"/>
            <a:ext cx="1214384" cy="4002644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572000" y="1303638"/>
            <a:ext cx="3293700" cy="20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4572000" y="3292363"/>
            <a:ext cx="34914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/>
          <p:nvPr/>
        </p:nvSpPr>
        <p:spPr>
          <a:xfrm flipH="1">
            <a:off x="-331799" y="-846185"/>
            <a:ext cx="855913" cy="3527545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1"/>
          <p:cNvSpPr/>
          <p:nvPr/>
        </p:nvSpPr>
        <p:spPr>
          <a:xfrm flipH="1" rot="894957">
            <a:off x="8570317" y="26142"/>
            <a:ext cx="1383968" cy="1264514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1"/>
          <p:cNvSpPr/>
          <p:nvPr/>
        </p:nvSpPr>
        <p:spPr>
          <a:xfrm flipH="1" rot="894957">
            <a:off x="8014867" y="-268357"/>
            <a:ext cx="1730081" cy="2773774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 txBox="1"/>
          <p:nvPr>
            <p:ph type="title"/>
          </p:nvPr>
        </p:nvSpPr>
        <p:spPr>
          <a:xfrm>
            <a:off x="3245625" y="1913850"/>
            <a:ext cx="5050500" cy="13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 rot="1103675">
            <a:off x="274406" y="-611819"/>
            <a:ext cx="1245021" cy="318126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/>
          <p:nvPr/>
        </p:nvSpPr>
        <p:spPr>
          <a:xfrm flipH="1">
            <a:off x="-878080" y="-1048117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/>
          <p:nvPr/>
        </p:nvSpPr>
        <p:spPr>
          <a:xfrm rot="1884779">
            <a:off x="7986089" y="-765133"/>
            <a:ext cx="2074380" cy="220204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>
            <p:ph hasCustomPrompt="1" type="title"/>
          </p:nvPr>
        </p:nvSpPr>
        <p:spPr>
          <a:xfrm>
            <a:off x="1284000" y="1387300"/>
            <a:ext cx="65760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4" name="Google Shape;184;p22"/>
          <p:cNvSpPr txBox="1"/>
          <p:nvPr>
            <p:ph idx="1" type="subTitle"/>
          </p:nvPr>
        </p:nvSpPr>
        <p:spPr>
          <a:xfrm>
            <a:off x="1284000" y="3259075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/>
          <p:nvPr>
            <p:ph type="title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7" name="Google Shape;187;p23"/>
          <p:cNvSpPr txBox="1"/>
          <p:nvPr>
            <p:ph idx="1" type="subTitle"/>
          </p:nvPr>
        </p:nvSpPr>
        <p:spPr>
          <a:xfrm>
            <a:off x="2223600" y="1234825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8" name="Google Shape;188;p23"/>
          <p:cNvSpPr txBox="1"/>
          <p:nvPr>
            <p:ph idx="2" type="title"/>
          </p:nvPr>
        </p:nvSpPr>
        <p:spPr>
          <a:xfrm>
            <a:off x="2223600" y="1954311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9" name="Google Shape;189;p23"/>
          <p:cNvSpPr txBox="1"/>
          <p:nvPr>
            <p:ph idx="3" type="subTitle"/>
          </p:nvPr>
        </p:nvSpPr>
        <p:spPr>
          <a:xfrm>
            <a:off x="2223600" y="2554644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0" name="Google Shape;190;p23"/>
          <p:cNvSpPr txBox="1"/>
          <p:nvPr>
            <p:ph idx="4" type="title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91" name="Google Shape;191;p23"/>
          <p:cNvSpPr txBox="1"/>
          <p:nvPr>
            <p:ph idx="5" type="subTitle"/>
          </p:nvPr>
        </p:nvSpPr>
        <p:spPr>
          <a:xfrm>
            <a:off x="2223600" y="3874463"/>
            <a:ext cx="4696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2" name="Google Shape;192;p23"/>
          <p:cNvSpPr/>
          <p:nvPr/>
        </p:nvSpPr>
        <p:spPr>
          <a:xfrm flipH="1" rot="-1103675">
            <a:off x="8084800" y="-611819"/>
            <a:ext cx="1245021" cy="3181261"/>
          </a:xfrm>
          <a:custGeom>
            <a:rect b="b" l="l" r="r" t="t"/>
            <a:pathLst>
              <a:path extrusionOk="0" h="52504" w="20548">
                <a:moveTo>
                  <a:pt x="20041" y="0"/>
                </a:moveTo>
                <a:cubicBezTo>
                  <a:pt x="19883" y="254"/>
                  <a:pt x="19679" y="536"/>
                  <a:pt x="19462" y="839"/>
                </a:cubicBezTo>
                <a:cubicBezTo>
                  <a:pt x="18998" y="1480"/>
                  <a:pt x="18472" y="2208"/>
                  <a:pt x="18245" y="2868"/>
                </a:cubicBezTo>
                <a:cubicBezTo>
                  <a:pt x="17949" y="3734"/>
                  <a:pt x="17946" y="4842"/>
                  <a:pt x="17939" y="5918"/>
                </a:cubicBezTo>
                <a:cubicBezTo>
                  <a:pt x="17935" y="6609"/>
                  <a:pt x="17932" y="7264"/>
                  <a:pt x="17853" y="7823"/>
                </a:cubicBezTo>
                <a:cubicBezTo>
                  <a:pt x="17699" y="8955"/>
                  <a:pt x="17577" y="10063"/>
                  <a:pt x="17455" y="11136"/>
                </a:cubicBezTo>
                <a:cubicBezTo>
                  <a:pt x="17097" y="14395"/>
                  <a:pt x="16755" y="17471"/>
                  <a:pt x="15577" y="20738"/>
                </a:cubicBezTo>
                <a:cubicBezTo>
                  <a:pt x="14893" y="22630"/>
                  <a:pt x="13415" y="24272"/>
                  <a:pt x="11988" y="25860"/>
                </a:cubicBezTo>
                <a:cubicBezTo>
                  <a:pt x="11399" y="26511"/>
                  <a:pt x="10790" y="27190"/>
                  <a:pt x="10257" y="27864"/>
                </a:cubicBezTo>
                <a:cubicBezTo>
                  <a:pt x="9554" y="28752"/>
                  <a:pt x="8781" y="29647"/>
                  <a:pt x="8034" y="30515"/>
                </a:cubicBezTo>
                <a:cubicBezTo>
                  <a:pt x="6487" y="32308"/>
                  <a:pt x="4889" y="34160"/>
                  <a:pt x="3692" y="36177"/>
                </a:cubicBezTo>
                <a:cubicBezTo>
                  <a:pt x="2346" y="38447"/>
                  <a:pt x="1810" y="41539"/>
                  <a:pt x="1340" y="44266"/>
                </a:cubicBezTo>
                <a:cubicBezTo>
                  <a:pt x="1198" y="45079"/>
                  <a:pt x="1063" y="45848"/>
                  <a:pt x="915" y="46579"/>
                </a:cubicBezTo>
                <a:cubicBezTo>
                  <a:pt x="718" y="47536"/>
                  <a:pt x="590" y="48513"/>
                  <a:pt x="464" y="49460"/>
                </a:cubicBezTo>
                <a:cubicBezTo>
                  <a:pt x="336" y="50428"/>
                  <a:pt x="204" y="51424"/>
                  <a:pt x="1" y="52382"/>
                </a:cubicBezTo>
                <a:lnTo>
                  <a:pt x="583" y="52503"/>
                </a:lnTo>
                <a:cubicBezTo>
                  <a:pt x="790" y="51527"/>
                  <a:pt x="921" y="50516"/>
                  <a:pt x="1053" y="49539"/>
                </a:cubicBezTo>
                <a:cubicBezTo>
                  <a:pt x="1175" y="48601"/>
                  <a:pt x="1303" y="47634"/>
                  <a:pt x="1494" y="46697"/>
                </a:cubicBezTo>
                <a:cubicBezTo>
                  <a:pt x="1648" y="45957"/>
                  <a:pt x="1780" y="45184"/>
                  <a:pt x="1922" y="44365"/>
                </a:cubicBezTo>
                <a:cubicBezTo>
                  <a:pt x="2386" y="41690"/>
                  <a:pt x="2912" y="38657"/>
                  <a:pt x="4202" y="36482"/>
                </a:cubicBezTo>
                <a:cubicBezTo>
                  <a:pt x="5373" y="34509"/>
                  <a:pt x="6955" y="32673"/>
                  <a:pt x="8485" y="30900"/>
                </a:cubicBezTo>
                <a:cubicBezTo>
                  <a:pt x="9235" y="30032"/>
                  <a:pt x="10011" y="29130"/>
                  <a:pt x="10722" y="28232"/>
                </a:cubicBezTo>
                <a:cubicBezTo>
                  <a:pt x="11244" y="27571"/>
                  <a:pt x="11821" y="26933"/>
                  <a:pt x="12429" y="26255"/>
                </a:cubicBezTo>
                <a:cubicBezTo>
                  <a:pt x="13896" y="24627"/>
                  <a:pt x="15413" y="22942"/>
                  <a:pt x="16133" y="20939"/>
                </a:cubicBezTo>
                <a:cubicBezTo>
                  <a:pt x="17337" y="17606"/>
                  <a:pt x="17683" y="14494"/>
                  <a:pt x="18048" y="11202"/>
                </a:cubicBezTo>
                <a:cubicBezTo>
                  <a:pt x="18166" y="10132"/>
                  <a:pt x="18288" y="9027"/>
                  <a:pt x="18442" y="7906"/>
                </a:cubicBezTo>
                <a:cubicBezTo>
                  <a:pt x="18524" y="7303"/>
                  <a:pt x="18528" y="6632"/>
                  <a:pt x="18531" y="5922"/>
                </a:cubicBezTo>
                <a:cubicBezTo>
                  <a:pt x="18538" y="4895"/>
                  <a:pt x="18544" y="3832"/>
                  <a:pt x="18808" y="3060"/>
                </a:cubicBezTo>
                <a:cubicBezTo>
                  <a:pt x="19005" y="2484"/>
                  <a:pt x="19502" y="1793"/>
                  <a:pt x="19942" y="1188"/>
                </a:cubicBezTo>
                <a:cubicBezTo>
                  <a:pt x="20166" y="879"/>
                  <a:pt x="20377" y="586"/>
                  <a:pt x="20548" y="313"/>
                </a:cubicBezTo>
                <a:lnTo>
                  <a:pt x="20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/>
          <p:nvPr/>
        </p:nvSpPr>
        <p:spPr>
          <a:xfrm>
            <a:off x="8322223" y="-561604"/>
            <a:ext cx="2074359" cy="2202022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3"/>
          <p:cNvSpPr/>
          <p:nvPr/>
        </p:nvSpPr>
        <p:spPr>
          <a:xfrm flipH="1" rot="1040920">
            <a:off x="-826208" y="-506959"/>
            <a:ext cx="2074408" cy="220207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/>
          <p:nvPr/>
        </p:nvSpPr>
        <p:spPr>
          <a:xfrm flipH="1">
            <a:off x="7874419" y="-137976"/>
            <a:ext cx="2481131" cy="2943927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/>
          <p:nvPr/>
        </p:nvSpPr>
        <p:spPr>
          <a:xfrm rot="2700000">
            <a:off x="94776" y="-643730"/>
            <a:ext cx="1031034" cy="313224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4"/>
          <p:cNvSpPr/>
          <p:nvPr/>
        </p:nvSpPr>
        <p:spPr>
          <a:xfrm>
            <a:off x="8576741" y="-658300"/>
            <a:ext cx="1031060" cy="3132321"/>
          </a:xfrm>
          <a:custGeom>
            <a:rect b="b" l="l" r="r" t="t"/>
            <a:pathLst>
              <a:path extrusionOk="0" h="51697" w="17017">
                <a:moveTo>
                  <a:pt x="2507" y="1"/>
                </a:moveTo>
                <a:lnTo>
                  <a:pt x="1951" y="211"/>
                </a:lnTo>
                <a:cubicBezTo>
                  <a:pt x="2296" y="1119"/>
                  <a:pt x="2520" y="2083"/>
                  <a:pt x="2760" y="3103"/>
                </a:cubicBezTo>
                <a:cubicBezTo>
                  <a:pt x="2977" y="4037"/>
                  <a:pt x="3204" y="5001"/>
                  <a:pt x="3533" y="5922"/>
                </a:cubicBezTo>
                <a:cubicBezTo>
                  <a:pt x="3599" y="6116"/>
                  <a:pt x="3671" y="6310"/>
                  <a:pt x="3740" y="6501"/>
                </a:cubicBezTo>
                <a:cubicBezTo>
                  <a:pt x="4122" y="7537"/>
                  <a:pt x="4481" y="8517"/>
                  <a:pt x="4573" y="9616"/>
                </a:cubicBezTo>
                <a:cubicBezTo>
                  <a:pt x="4822" y="12527"/>
                  <a:pt x="3441" y="15893"/>
                  <a:pt x="2224" y="18860"/>
                </a:cubicBezTo>
                <a:cubicBezTo>
                  <a:pt x="1869" y="19725"/>
                  <a:pt x="1533" y="20545"/>
                  <a:pt x="1247" y="21321"/>
                </a:cubicBezTo>
                <a:cubicBezTo>
                  <a:pt x="0" y="24732"/>
                  <a:pt x="1720" y="26670"/>
                  <a:pt x="3711" y="28914"/>
                </a:cubicBezTo>
                <a:cubicBezTo>
                  <a:pt x="4194" y="29456"/>
                  <a:pt x="4695" y="30019"/>
                  <a:pt x="5185" y="30637"/>
                </a:cubicBezTo>
                <a:cubicBezTo>
                  <a:pt x="5741" y="31331"/>
                  <a:pt x="6297" y="32019"/>
                  <a:pt x="6852" y="32700"/>
                </a:cubicBezTo>
                <a:cubicBezTo>
                  <a:pt x="9330" y="35756"/>
                  <a:pt x="11668" y="38638"/>
                  <a:pt x="13613" y="42059"/>
                </a:cubicBezTo>
                <a:cubicBezTo>
                  <a:pt x="13850" y="42477"/>
                  <a:pt x="14087" y="42875"/>
                  <a:pt x="14324" y="43266"/>
                </a:cubicBezTo>
                <a:cubicBezTo>
                  <a:pt x="15444" y="45142"/>
                  <a:pt x="16418" y="46760"/>
                  <a:pt x="16319" y="49027"/>
                </a:cubicBezTo>
                <a:cubicBezTo>
                  <a:pt x="16300" y="49481"/>
                  <a:pt x="16221" y="49905"/>
                  <a:pt x="16145" y="50313"/>
                </a:cubicBezTo>
                <a:cubicBezTo>
                  <a:pt x="16066" y="50747"/>
                  <a:pt x="15984" y="51190"/>
                  <a:pt x="15967" y="51677"/>
                </a:cubicBezTo>
                <a:lnTo>
                  <a:pt x="16559" y="51697"/>
                </a:lnTo>
                <a:cubicBezTo>
                  <a:pt x="16576" y="51256"/>
                  <a:pt x="16652" y="50849"/>
                  <a:pt x="16731" y="50421"/>
                </a:cubicBezTo>
                <a:cubicBezTo>
                  <a:pt x="16810" y="49994"/>
                  <a:pt x="16892" y="49550"/>
                  <a:pt x="16912" y="49053"/>
                </a:cubicBezTo>
                <a:cubicBezTo>
                  <a:pt x="17017" y="46609"/>
                  <a:pt x="15954" y="44835"/>
                  <a:pt x="14829" y="42960"/>
                </a:cubicBezTo>
                <a:cubicBezTo>
                  <a:pt x="14599" y="42573"/>
                  <a:pt x="14363" y="42178"/>
                  <a:pt x="14129" y="41766"/>
                </a:cubicBezTo>
                <a:cubicBezTo>
                  <a:pt x="12162" y="38302"/>
                  <a:pt x="9807" y="35400"/>
                  <a:pt x="7313" y="32328"/>
                </a:cubicBezTo>
                <a:cubicBezTo>
                  <a:pt x="6760" y="31647"/>
                  <a:pt x="6204" y="30959"/>
                  <a:pt x="5651" y="30265"/>
                </a:cubicBezTo>
                <a:cubicBezTo>
                  <a:pt x="5149" y="29637"/>
                  <a:pt x="4645" y="29068"/>
                  <a:pt x="4155" y="28519"/>
                </a:cubicBezTo>
                <a:cubicBezTo>
                  <a:pt x="2138" y="26245"/>
                  <a:pt x="678" y="24604"/>
                  <a:pt x="1806" y="21525"/>
                </a:cubicBezTo>
                <a:cubicBezTo>
                  <a:pt x="2086" y="20758"/>
                  <a:pt x="2418" y="19946"/>
                  <a:pt x="2773" y="19087"/>
                </a:cubicBezTo>
                <a:cubicBezTo>
                  <a:pt x="4016" y="16057"/>
                  <a:pt x="5425" y="12623"/>
                  <a:pt x="5165" y="9567"/>
                </a:cubicBezTo>
                <a:cubicBezTo>
                  <a:pt x="5066" y="8389"/>
                  <a:pt x="4675" y="7327"/>
                  <a:pt x="4300" y="6297"/>
                </a:cubicBezTo>
                <a:cubicBezTo>
                  <a:pt x="4230" y="6106"/>
                  <a:pt x="4158" y="5915"/>
                  <a:pt x="4092" y="5725"/>
                </a:cubicBezTo>
                <a:cubicBezTo>
                  <a:pt x="3776" y="4833"/>
                  <a:pt x="3553" y="3886"/>
                  <a:pt x="3339" y="2968"/>
                </a:cubicBezTo>
                <a:cubicBezTo>
                  <a:pt x="3105" y="1975"/>
                  <a:pt x="2865" y="948"/>
                  <a:pt x="250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 txBox="1"/>
          <p:nvPr>
            <p:ph type="title"/>
          </p:nvPr>
        </p:nvSpPr>
        <p:spPr>
          <a:xfrm>
            <a:off x="720000" y="375287"/>
            <a:ext cx="4294800" cy="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1" type="subTitle"/>
          </p:nvPr>
        </p:nvSpPr>
        <p:spPr>
          <a:xfrm>
            <a:off x="713100" y="1394019"/>
            <a:ext cx="34347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/>
        </p:nvSpPr>
        <p:spPr>
          <a:xfrm>
            <a:off x="720000" y="2966252"/>
            <a:ext cx="377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id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 This presentation template was created by </a:t>
            </a:r>
            <a:r>
              <a:rPr b="0" i="0" lang="id" sz="1000" u="none" cap="none" strike="noStrike">
                <a:solidFill>
                  <a:schemeClr val="hlink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2"/>
              </a:rPr>
              <a:t>Slidesgo</a:t>
            </a:r>
            <a:r>
              <a:rPr b="0" i="0" lang="id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including icons by </a:t>
            </a:r>
            <a:r>
              <a:rPr b="0" i="0" lang="id" sz="1000" u="none" cap="none" strike="noStrike">
                <a:solidFill>
                  <a:schemeClr val="hlink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3"/>
              </a:rPr>
              <a:t>Flaticon</a:t>
            </a:r>
            <a:r>
              <a:rPr b="0" i="0" lang="id" sz="10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&amp; images by </a:t>
            </a:r>
            <a:r>
              <a:rPr b="0" i="0" lang="id" sz="1000" u="none" cap="none" strike="noStrike">
                <a:solidFill>
                  <a:schemeClr val="hlink"/>
                </a:solidFill>
                <a:uFill>
                  <a:noFill/>
                </a:uFill>
                <a:latin typeface="Nunito"/>
                <a:ea typeface="Nunito"/>
                <a:cs typeface="Nunito"/>
                <a:sym typeface="Nunito"/>
                <a:hlinkClick r:id="rId4"/>
              </a:rPr>
              <a:t>Freepik</a:t>
            </a:r>
            <a:endParaRPr b="0" i="0" sz="1000" u="none" cap="none" strike="noStrike">
              <a:solidFill>
                <a:schemeClr val="dk1"/>
              </a:solidFill>
              <a:highlight>
                <a:srgbClr val="DFDEFC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/>
          <p:nvPr/>
        </p:nvSpPr>
        <p:spPr>
          <a:xfrm flipH="1" rot="2539665">
            <a:off x="7952801" y="67183"/>
            <a:ext cx="1899215" cy="944427"/>
          </a:xfrm>
          <a:custGeom>
            <a:rect b="b" l="l" r="r" t="t"/>
            <a:pathLst>
              <a:path extrusionOk="0" h="15587" w="31345">
                <a:moveTo>
                  <a:pt x="30788" y="0"/>
                </a:moveTo>
                <a:cubicBezTo>
                  <a:pt x="30548" y="648"/>
                  <a:pt x="30314" y="1315"/>
                  <a:pt x="30074" y="2000"/>
                </a:cubicBezTo>
                <a:cubicBezTo>
                  <a:pt x="29285" y="4244"/>
                  <a:pt x="28473" y="6566"/>
                  <a:pt x="27396" y="8520"/>
                </a:cubicBezTo>
                <a:cubicBezTo>
                  <a:pt x="26219" y="10665"/>
                  <a:pt x="23851" y="11484"/>
                  <a:pt x="21561" y="12277"/>
                </a:cubicBezTo>
                <a:cubicBezTo>
                  <a:pt x="21182" y="12408"/>
                  <a:pt x="20804" y="12540"/>
                  <a:pt x="20436" y="12675"/>
                </a:cubicBezTo>
                <a:cubicBezTo>
                  <a:pt x="16907" y="13975"/>
                  <a:pt x="13844" y="14991"/>
                  <a:pt x="10468" y="14991"/>
                </a:cubicBezTo>
                <a:cubicBezTo>
                  <a:pt x="9863" y="14991"/>
                  <a:pt x="9249" y="14958"/>
                  <a:pt x="8619" y="14889"/>
                </a:cubicBezTo>
                <a:cubicBezTo>
                  <a:pt x="7491" y="14764"/>
                  <a:pt x="6267" y="14452"/>
                  <a:pt x="5086" y="14148"/>
                </a:cubicBezTo>
                <a:cubicBezTo>
                  <a:pt x="3486" y="13740"/>
                  <a:pt x="1837" y="13311"/>
                  <a:pt x="291" y="13311"/>
                </a:cubicBezTo>
                <a:cubicBezTo>
                  <a:pt x="193" y="13311"/>
                  <a:pt x="97" y="13313"/>
                  <a:pt x="0" y="13316"/>
                </a:cubicBezTo>
                <a:lnTo>
                  <a:pt x="20" y="13908"/>
                </a:lnTo>
                <a:cubicBezTo>
                  <a:pt x="99" y="13906"/>
                  <a:pt x="180" y="13905"/>
                  <a:pt x="260" y="13905"/>
                </a:cubicBezTo>
                <a:cubicBezTo>
                  <a:pt x="1737" y="13905"/>
                  <a:pt x="3366" y="14319"/>
                  <a:pt x="4938" y="14725"/>
                </a:cubicBezTo>
                <a:cubicBezTo>
                  <a:pt x="6142" y="15030"/>
                  <a:pt x="7385" y="15349"/>
                  <a:pt x="8554" y="15478"/>
                </a:cubicBezTo>
                <a:cubicBezTo>
                  <a:pt x="9211" y="15550"/>
                  <a:pt x="9853" y="15586"/>
                  <a:pt x="10484" y="15586"/>
                </a:cubicBezTo>
                <a:cubicBezTo>
                  <a:pt x="13945" y="15586"/>
                  <a:pt x="17057" y="14553"/>
                  <a:pt x="20643" y="13234"/>
                </a:cubicBezTo>
                <a:cubicBezTo>
                  <a:pt x="21004" y="13099"/>
                  <a:pt x="21380" y="12971"/>
                  <a:pt x="21758" y="12839"/>
                </a:cubicBezTo>
                <a:cubicBezTo>
                  <a:pt x="24041" y="12047"/>
                  <a:pt x="26627" y="11152"/>
                  <a:pt x="27917" y="8806"/>
                </a:cubicBezTo>
                <a:cubicBezTo>
                  <a:pt x="29015" y="6810"/>
                  <a:pt x="29838" y="4464"/>
                  <a:pt x="30633" y="2194"/>
                </a:cubicBezTo>
                <a:cubicBezTo>
                  <a:pt x="30873" y="1516"/>
                  <a:pt x="31107" y="849"/>
                  <a:pt x="31344" y="207"/>
                </a:cubicBezTo>
                <a:lnTo>
                  <a:pt x="3078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5"/>
          <p:cNvSpPr/>
          <p:nvPr/>
        </p:nvSpPr>
        <p:spPr>
          <a:xfrm flipH="1" rot="-1669522">
            <a:off x="-1115619" y="-369656"/>
            <a:ext cx="2074389" cy="2202054"/>
          </a:xfrm>
          <a:custGeom>
            <a:rect b="b" l="l" r="r" t="t"/>
            <a:pathLst>
              <a:path extrusionOk="0" h="36343" w="34236">
                <a:moveTo>
                  <a:pt x="3454" y="1"/>
                </a:moveTo>
                <a:cubicBezTo>
                  <a:pt x="3217" y="564"/>
                  <a:pt x="2938" y="1179"/>
                  <a:pt x="2639" y="1830"/>
                </a:cubicBezTo>
                <a:cubicBezTo>
                  <a:pt x="1527" y="4274"/>
                  <a:pt x="142" y="7317"/>
                  <a:pt x="59" y="9762"/>
                </a:cubicBezTo>
                <a:cubicBezTo>
                  <a:pt x="0" y="11502"/>
                  <a:pt x="1556" y="12976"/>
                  <a:pt x="3064" y="14400"/>
                </a:cubicBezTo>
                <a:cubicBezTo>
                  <a:pt x="3840" y="15137"/>
                  <a:pt x="4573" y="15831"/>
                  <a:pt x="5057" y="16529"/>
                </a:cubicBezTo>
                <a:cubicBezTo>
                  <a:pt x="6529" y="18670"/>
                  <a:pt x="7191" y="20552"/>
                  <a:pt x="8033" y="22936"/>
                </a:cubicBezTo>
                <a:cubicBezTo>
                  <a:pt x="8139" y="23239"/>
                  <a:pt x="8247" y="23548"/>
                  <a:pt x="8359" y="23864"/>
                </a:cubicBezTo>
                <a:cubicBezTo>
                  <a:pt x="9224" y="26292"/>
                  <a:pt x="11151" y="26950"/>
                  <a:pt x="13386" y="27710"/>
                </a:cubicBezTo>
                <a:cubicBezTo>
                  <a:pt x="13866" y="27875"/>
                  <a:pt x="14362" y="28045"/>
                  <a:pt x="14866" y="28240"/>
                </a:cubicBezTo>
                <a:cubicBezTo>
                  <a:pt x="17859" y="29391"/>
                  <a:pt x="20803" y="30760"/>
                  <a:pt x="23653" y="32082"/>
                </a:cubicBezTo>
                <a:cubicBezTo>
                  <a:pt x="25511" y="32943"/>
                  <a:pt x="27435" y="33839"/>
                  <a:pt x="29354" y="34665"/>
                </a:cubicBezTo>
                <a:cubicBezTo>
                  <a:pt x="29919" y="34905"/>
                  <a:pt x="30561" y="35099"/>
                  <a:pt x="31238" y="35306"/>
                </a:cubicBezTo>
                <a:cubicBezTo>
                  <a:pt x="32202" y="35599"/>
                  <a:pt x="33199" y="35901"/>
                  <a:pt x="33929" y="36342"/>
                </a:cubicBezTo>
                <a:lnTo>
                  <a:pt x="34235" y="35832"/>
                </a:lnTo>
                <a:cubicBezTo>
                  <a:pt x="33443" y="35355"/>
                  <a:pt x="32409" y="35040"/>
                  <a:pt x="31413" y="34736"/>
                </a:cubicBezTo>
                <a:cubicBezTo>
                  <a:pt x="30748" y="34536"/>
                  <a:pt x="30123" y="34345"/>
                  <a:pt x="29591" y="34118"/>
                </a:cubicBezTo>
                <a:cubicBezTo>
                  <a:pt x="27679" y="33296"/>
                  <a:pt x="25757" y="32404"/>
                  <a:pt x="23902" y="31542"/>
                </a:cubicBezTo>
                <a:cubicBezTo>
                  <a:pt x="21044" y="30216"/>
                  <a:pt x="18090" y="28845"/>
                  <a:pt x="15079" y="27684"/>
                </a:cubicBezTo>
                <a:cubicBezTo>
                  <a:pt x="14566" y="27486"/>
                  <a:pt x="14063" y="27315"/>
                  <a:pt x="13576" y="27151"/>
                </a:cubicBezTo>
                <a:cubicBezTo>
                  <a:pt x="11405" y="26407"/>
                  <a:pt x="9688" y="25822"/>
                  <a:pt x="8918" y="23667"/>
                </a:cubicBezTo>
                <a:cubicBezTo>
                  <a:pt x="8806" y="23351"/>
                  <a:pt x="8698" y="23042"/>
                  <a:pt x="8592" y="22743"/>
                </a:cubicBezTo>
                <a:cubicBezTo>
                  <a:pt x="7770" y="20410"/>
                  <a:pt x="7062" y="18397"/>
                  <a:pt x="5543" y="16193"/>
                </a:cubicBezTo>
                <a:cubicBezTo>
                  <a:pt x="5027" y="15443"/>
                  <a:pt x="4271" y="14725"/>
                  <a:pt x="3471" y="13969"/>
                </a:cubicBezTo>
                <a:cubicBezTo>
                  <a:pt x="2060" y="12633"/>
                  <a:pt x="603" y="11255"/>
                  <a:pt x="652" y="9781"/>
                </a:cubicBezTo>
                <a:cubicBezTo>
                  <a:pt x="730" y="7455"/>
                  <a:pt x="2089" y="4475"/>
                  <a:pt x="3182" y="2077"/>
                </a:cubicBezTo>
                <a:cubicBezTo>
                  <a:pt x="3481" y="1422"/>
                  <a:pt x="3761" y="800"/>
                  <a:pt x="4001" y="234"/>
                </a:cubicBezTo>
                <a:lnTo>
                  <a:pt x="345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5"/>
          <p:cNvSpPr/>
          <p:nvPr/>
        </p:nvSpPr>
        <p:spPr>
          <a:xfrm rot="-1532380">
            <a:off x="-1606311" y="-643196"/>
            <a:ext cx="2462769" cy="3479190"/>
          </a:xfrm>
          <a:custGeom>
            <a:rect b="b" l="l" r="r" t="t"/>
            <a:pathLst>
              <a:path extrusionOk="0" h="46310" w="39184">
                <a:moveTo>
                  <a:pt x="38660" y="1"/>
                </a:moveTo>
                <a:cubicBezTo>
                  <a:pt x="37555" y="2041"/>
                  <a:pt x="37032" y="3857"/>
                  <a:pt x="36509" y="5853"/>
                </a:cubicBezTo>
                <a:cubicBezTo>
                  <a:pt x="36404" y="6254"/>
                  <a:pt x="36325" y="6689"/>
                  <a:pt x="36246" y="7109"/>
                </a:cubicBezTo>
                <a:cubicBezTo>
                  <a:pt x="36111" y="7863"/>
                  <a:pt x="35967" y="8639"/>
                  <a:pt x="35677" y="9251"/>
                </a:cubicBezTo>
                <a:cubicBezTo>
                  <a:pt x="35367" y="9896"/>
                  <a:pt x="34772" y="10478"/>
                  <a:pt x="34196" y="11041"/>
                </a:cubicBezTo>
                <a:cubicBezTo>
                  <a:pt x="33970" y="11265"/>
                  <a:pt x="33733" y="11495"/>
                  <a:pt x="33522" y="11725"/>
                </a:cubicBezTo>
                <a:cubicBezTo>
                  <a:pt x="32722" y="12590"/>
                  <a:pt x="32022" y="13501"/>
                  <a:pt x="31345" y="14386"/>
                </a:cubicBezTo>
                <a:cubicBezTo>
                  <a:pt x="30970" y="14877"/>
                  <a:pt x="30578" y="15384"/>
                  <a:pt x="30180" y="15873"/>
                </a:cubicBezTo>
                <a:cubicBezTo>
                  <a:pt x="29654" y="16521"/>
                  <a:pt x="28999" y="17068"/>
                  <a:pt x="28308" y="17646"/>
                </a:cubicBezTo>
                <a:cubicBezTo>
                  <a:pt x="27729" y="18133"/>
                  <a:pt x="27127" y="18636"/>
                  <a:pt x="26611" y="19206"/>
                </a:cubicBezTo>
                <a:cubicBezTo>
                  <a:pt x="26433" y="19400"/>
                  <a:pt x="26259" y="19588"/>
                  <a:pt x="26084" y="19775"/>
                </a:cubicBezTo>
                <a:cubicBezTo>
                  <a:pt x="25071" y="20871"/>
                  <a:pt x="24114" y="21903"/>
                  <a:pt x="23509" y="23196"/>
                </a:cubicBezTo>
                <a:cubicBezTo>
                  <a:pt x="23031" y="24219"/>
                  <a:pt x="22686" y="25367"/>
                  <a:pt x="22351" y="26480"/>
                </a:cubicBezTo>
                <a:cubicBezTo>
                  <a:pt x="21871" y="28075"/>
                  <a:pt x="21373" y="29723"/>
                  <a:pt x="20489" y="30983"/>
                </a:cubicBezTo>
                <a:cubicBezTo>
                  <a:pt x="19179" y="32852"/>
                  <a:pt x="17054" y="34102"/>
                  <a:pt x="15005" y="35312"/>
                </a:cubicBezTo>
                <a:cubicBezTo>
                  <a:pt x="14287" y="35734"/>
                  <a:pt x="13610" y="36131"/>
                  <a:pt x="12965" y="36555"/>
                </a:cubicBezTo>
                <a:cubicBezTo>
                  <a:pt x="11067" y="37806"/>
                  <a:pt x="9231" y="39188"/>
                  <a:pt x="7455" y="40526"/>
                </a:cubicBezTo>
                <a:cubicBezTo>
                  <a:pt x="6070" y="41569"/>
                  <a:pt x="4639" y="42648"/>
                  <a:pt x="3195" y="43648"/>
                </a:cubicBezTo>
                <a:cubicBezTo>
                  <a:pt x="2251" y="44306"/>
                  <a:pt x="1132" y="45073"/>
                  <a:pt x="1" y="45809"/>
                </a:cubicBezTo>
                <a:lnTo>
                  <a:pt x="323" y="46309"/>
                </a:lnTo>
                <a:cubicBezTo>
                  <a:pt x="1462" y="45566"/>
                  <a:pt x="2583" y="44796"/>
                  <a:pt x="3534" y="44138"/>
                </a:cubicBezTo>
                <a:cubicBezTo>
                  <a:pt x="4988" y="43128"/>
                  <a:pt x="6422" y="42046"/>
                  <a:pt x="7810" y="41000"/>
                </a:cubicBezTo>
                <a:cubicBezTo>
                  <a:pt x="9580" y="39668"/>
                  <a:pt x="11409" y="38289"/>
                  <a:pt x="13291" y="37052"/>
                </a:cubicBezTo>
                <a:cubicBezTo>
                  <a:pt x="13926" y="36634"/>
                  <a:pt x="14594" y="36240"/>
                  <a:pt x="15304" y="35822"/>
                </a:cubicBezTo>
                <a:cubicBezTo>
                  <a:pt x="17413" y="34582"/>
                  <a:pt x="19590" y="33295"/>
                  <a:pt x="20975" y="31325"/>
                </a:cubicBezTo>
                <a:cubicBezTo>
                  <a:pt x="21916" y="29986"/>
                  <a:pt x="22426" y="28292"/>
                  <a:pt x="22920" y="26650"/>
                </a:cubicBezTo>
                <a:cubicBezTo>
                  <a:pt x="23248" y="25558"/>
                  <a:pt x="23591" y="24430"/>
                  <a:pt x="24048" y="23446"/>
                </a:cubicBezTo>
                <a:cubicBezTo>
                  <a:pt x="24614" y="22239"/>
                  <a:pt x="25538" y="21239"/>
                  <a:pt x="26522" y="20180"/>
                </a:cubicBezTo>
                <a:cubicBezTo>
                  <a:pt x="26696" y="19992"/>
                  <a:pt x="26871" y="19801"/>
                  <a:pt x="27048" y="19608"/>
                </a:cubicBezTo>
                <a:cubicBezTo>
                  <a:pt x="27538" y="19067"/>
                  <a:pt x="28124" y="18577"/>
                  <a:pt x="28690" y="18100"/>
                </a:cubicBezTo>
                <a:cubicBezTo>
                  <a:pt x="29374" y="17531"/>
                  <a:pt x="30078" y="16939"/>
                  <a:pt x="30641" y="16248"/>
                </a:cubicBezTo>
                <a:cubicBezTo>
                  <a:pt x="31045" y="15752"/>
                  <a:pt x="31436" y="15241"/>
                  <a:pt x="31818" y="14745"/>
                </a:cubicBezTo>
                <a:cubicBezTo>
                  <a:pt x="32486" y="13873"/>
                  <a:pt x="33180" y="12972"/>
                  <a:pt x="33960" y="12127"/>
                </a:cubicBezTo>
                <a:cubicBezTo>
                  <a:pt x="34157" y="11910"/>
                  <a:pt x="34377" y="11696"/>
                  <a:pt x="34611" y="11465"/>
                </a:cubicBezTo>
                <a:cubicBezTo>
                  <a:pt x="35226" y="10867"/>
                  <a:pt x="35858" y="10248"/>
                  <a:pt x="36213" y="9508"/>
                </a:cubicBezTo>
                <a:cubicBezTo>
                  <a:pt x="36536" y="8823"/>
                  <a:pt x="36687" y="8008"/>
                  <a:pt x="36832" y="7218"/>
                </a:cubicBezTo>
                <a:cubicBezTo>
                  <a:pt x="36911" y="6787"/>
                  <a:pt x="36986" y="6383"/>
                  <a:pt x="37085" y="6001"/>
                </a:cubicBezTo>
                <a:cubicBezTo>
                  <a:pt x="37598" y="4047"/>
                  <a:pt x="38108" y="2264"/>
                  <a:pt x="39184" y="284"/>
                </a:cubicBezTo>
                <a:lnTo>
                  <a:pt x="3866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5"/>
          <p:cNvSpPr txBox="1"/>
          <p:nvPr>
            <p:ph idx="1" type="body"/>
          </p:nvPr>
        </p:nvSpPr>
        <p:spPr>
          <a:xfrm>
            <a:off x="719900" y="1533450"/>
            <a:ext cx="7704000" cy="30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7" name="Google Shape;207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28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212" name="Google Shape;212;p2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b="0" i="0" sz="3500" u="none" cap="none" strike="noStrike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 b="0" i="0" sz="14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ainunnasikhaa@gmail.com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spreadsheets/d/105vK9yHsCV8gbrzS2NOuHt2310J6WAMquyNpTsxC-LE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lookerstudio.google.com/reporting/52692941-bc51-40ee-904d-08b2b4bbef0c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type="ctrTitle"/>
          </p:nvPr>
        </p:nvSpPr>
        <p:spPr>
          <a:xfrm>
            <a:off x="713100" y="261855"/>
            <a:ext cx="6816600" cy="24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4800"/>
              <a:t>AINUN NASHIKHA</a:t>
            </a:r>
            <a:endParaRPr sz="4800"/>
          </a:p>
        </p:txBody>
      </p:sp>
      <p:sp>
        <p:nvSpPr>
          <p:cNvPr id="225" name="Google Shape;225;p29"/>
          <p:cNvSpPr txBox="1"/>
          <p:nvPr>
            <p:ph idx="1" type="subTitle"/>
          </p:nvPr>
        </p:nvSpPr>
        <p:spPr>
          <a:xfrm>
            <a:off x="713100" y="2623955"/>
            <a:ext cx="5410500" cy="65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/>
              <a:t>CASE STUDY PRIME VIDEO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226" name="Google Shape;226;p29"/>
          <p:cNvSpPr txBox="1"/>
          <p:nvPr>
            <p:ph type="ctrTitle"/>
          </p:nvPr>
        </p:nvSpPr>
        <p:spPr>
          <a:xfrm>
            <a:off x="713100" y="-450270"/>
            <a:ext cx="6816600" cy="24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PORTOFOLIO</a:t>
            </a:r>
            <a:endParaRPr/>
          </a:p>
        </p:txBody>
      </p:sp>
      <p:sp>
        <p:nvSpPr>
          <p:cNvPr id="227" name="Google Shape;227;p29"/>
          <p:cNvSpPr txBox="1"/>
          <p:nvPr/>
        </p:nvSpPr>
        <p:spPr>
          <a:xfrm>
            <a:off x="761775" y="3352550"/>
            <a:ext cx="6066000" cy="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2727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200">
                <a:latin typeface="Nunito"/>
                <a:ea typeface="Nunito"/>
                <a:cs typeface="Nunito"/>
                <a:sym typeface="Nunito"/>
              </a:rPr>
              <a:t>+6287866231254 | </a:t>
            </a:r>
            <a:r>
              <a:rPr lang="id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ainunnasikhaa@gmail.com</a:t>
            </a:r>
            <a:r>
              <a:rPr lang="id" sz="1200">
                <a:latin typeface="Nunito"/>
                <a:ea typeface="Nunito"/>
                <a:cs typeface="Nunito"/>
                <a:sym typeface="Nunito"/>
              </a:rPr>
              <a:t>| </a:t>
            </a:r>
            <a:r>
              <a:rPr lang="id" sz="1200">
                <a:latin typeface="Nunito"/>
                <a:ea typeface="Nunito"/>
                <a:cs typeface="Nunito"/>
                <a:sym typeface="Nunito"/>
              </a:rPr>
              <a:t>https://www.linkedin.com/in/ainun-nashikha/ | Tangerang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title"/>
          </p:nvPr>
        </p:nvSpPr>
        <p:spPr>
          <a:xfrm>
            <a:off x="961550" y="1356850"/>
            <a:ext cx="7326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Berikut merupakan link Spreedsheet Dataset Prime Video</a:t>
            </a:r>
            <a:endParaRPr sz="2400"/>
          </a:p>
        </p:txBody>
      </p:sp>
      <p:sp>
        <p:nvSpPr>
          <p:cNvPr id="233" name="Google Shape;233;p30"/>
          <p:cNvSpPr txBox="1"/>
          <p:nvPr/>
        </p:nvSpPr>
        <p:spPr>
          <a:xfrm>
            <a:off x="798950" y="2202300"/>
            <a:ext cx="76521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https://docs.google.com/spreadsheets/d/105vK9yHsCV8gbrzS2NOuHt2310J6WAMquyNpTsxC-LE/edit?usp=sharing</a:t>
            </a:r>
            <a:endParaRPr sz="1800">
              <a:solidFill>
                <a:schemeClr val="accent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Analyst Amazon Prime Video</a:t>
            </a:r>
            <a:endParaRPr/>
          </a:p>
        </p:txBody>
      </p:sp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Dalam analisis ini saya melakukan beberapa tahapan, yaitu: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666666"/>
                </a:solidFill>
              </a:rPr>
              <a:t>1. </a:t>
            </a:r>
            <a:r>
              <a:rPr lang="id">
                <a:solidFill>
                  <a:srgbClr val="666666"/>
                </a:solidFill>
              </a:rPr>
              <a:t>Import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666666"/>
                </a:solidFill>
              </a:rPr>
              <a:t>2.Clean - Remove duplicate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666666"/>
                </a:solidFill>
              </a:rPr>
              <a:t>3.Clean - Handle missing data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666666"/>
                </a:solidFill>
              </a:rPr>
              <a:t>4.Enhance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666666"/>
                </a:solidFill>
              </a:rPr>
              <a:t>5.Clean - Exclude outer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666666"/>
                </a:solidFill>
              </a:rPr>
              <a:t>6.Analyze &amp; Visualization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-"/>
            </a:pPr>
            <a:r>
              <a:rPr lang="id">
                <a:solidFill>
                  <a:srgbClr val="666666"/>
                </a:solidFill>
              </a:rPr>
              <a:t> Percentage type of show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-"/>
            </a:pPr>
            <a:r>
              <a:rPr lang="id">
                <a:solidFill>
                  <a:srgbClr val="666666"/>
                </a:solidFill>
              </a:rPr>
              <a:t> number of title by release year at 2000 aand more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-"/>
            </a:pPr>
            <a:r>
              <a:rPr lang="id">
                <a:solidFill>
                  <a:srgbClr val="666666"/>
                </a:solidFill>
              </a:rPr>
              <a:t>number of title by added year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-"/>
            </a:pPr>
            <a:r>
              <a:rPr lang="id">
                <a:solidFill>
                  <a:srgbClr val="666666"/>
                </a:solidFill>
              </a:rPr>
              <a:t>Top 5 movie have a longest duration?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-"/>
            </a:pPr>
            <a:r>
              <a:rPr lang="id">
                <a:solidFill>
                  <a:srgbClr val="666666"/>
                </a:solidFill>
              </a:rPr>
              <a:t>Top 5 tv show have a most seasion?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-"/>
            </a:pPr>
            <a:r>
              <a:rPr lang="id">
                <a:solidFill>
                  <a:srgbClr val="666666"/>
                </a:solidFill>
              </a:rPr>
              <a:t>Average duration of movie by top 10 director</a:t>
            </a:r>
            <a:endParaRPr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type="title"/>
          </p:nvPr>
        </p:nvSpPr>
        <p:spPr>
          <a:xfrm>
            <a:off x="712550" y="14949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Berikut merupakan link visualisasi prime video di GDS</a:t>
            </a:r>
            <a:endParaRPr sz="2400"/>
          </a:p>
        </p:txBody>
      </p:sp>
      <p:sp>
        <p:nvSpPr>
          <p:cNvPr id="245" name="Google Shape;245;p32"/>
          <p:cNvSpPr txBox="1"/>
          <p:nvPr/>
        </p:nvSpPr>
        <p:spPr>
          <a:xfrm>
            <a:off x="788750" y="2202300"/>
            <a:ext cx="7951200" cy="738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u="sng">
                <a:solidFill>
                  <a:srgbClr val="E69138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https://lookerstudio.google.com/reporting/52692941-bc51-40ee-904d-08b2b4bbef0c</a:t>
            </a:r>
            <a:endParaRPr sz="1800">
              <a:solidFill>
                <a:srgbClr val="E6913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AMAZON PRIME VIDEO</a:t>
            </a:r>
            <a:endParaRPr/>
          </a:p>
        </p:txBody>
      </p:sp>
      <p:sp>
        <p:nvSpPr>
          <p:cNvPr id="251" name="Google Shape;251;p3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I employed Google Data Studio as the visualization tool for the analysis.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d"/>
              <a:t>The purpose of my analysis was to gather specific information, which includes: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percentage type of show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TOP 10 Categories on Prime Video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Available Movie &amp; TV Show by Country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Number of title by release year at 2016 and more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Number of show by </a:t>
            </a:r>
            <a:r>
              <a:rPr lang="id"/>
              <a:t>release</a:t>
            </a:r>
            <a:r>
              <a:rPr lang="id"/>
              <a:t> year of show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Number of by rating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id"/>
              <a:t>5 Movie have longest duration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title"/>
          </p:nvPr>
        </p:nvSpPr>
        <p:spPr>
          <a:xfrm>
            <a:off x="219650" y="1966300"/>
            <a:ext cx="2244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Visualisasi Prime Video</a:t>
            </a:r>
            <a:endParaRPr sz="2400"/>
          </a:p>
        </p:txBody>
      </p:sp>
      <p:pic>
        <p:nvPicPr>
          <p:cNvPr id="257" name="Google Shape;25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075" y="104650"/>
            <a:ext cx="6246376" cy="46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219650" y="1966300"/>
            <a:ext cx="2244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Visualisasi Prime Video</a:t>
            </a:r>
            <a:endParaRPr sz="2400"/>
          </a:p>
        </p:txBody>
      </p:sp>
      <p:pic>
        <p:nvPicPr>
          <p:cNvPr id="263" name="Google Shape;26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500" y="48850"/>
            <a:ext cx="6374650" cy="4797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/>
          <p:nvPr>
            <p:ph type="title"/>
          </p:nvPr>
        </p:nvSpPr>
        <p:spPr>
          <a:xfrm>
            <a:off x="219650" y="1966300"/>
            <a:ext cx="2244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Visualisasi Prime Video</a:t>
            </a:r>
            <a:endParaRPr sz="2400"/>
          </a:p>
        </p:txBody>
      </p:sp>
      <p:pic>
        <p:nvPicPr>
          <p:cNvPr id="269" name="Google Shape;26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50" y="94875"/>
            <a:ext cx="6374651" cy="47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7"/>
          <p:cNvSpPr txBox="1"/>
          <p:nvPr>
            <p:ph type="title"/>
          </p:nvPr>
        </p:nvSpPr>
        <p:spPr>
          <a:xfrm>
            <a:off x="219650" y="1966300"/>
            <a:ext cx="2244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/>
              <a:t>Visualisasi Prime Video</a:t>
            </a:r>
            <a:endParaRPr sz="2400"/>
          </a:p>
        </p:txBody>
      </p:sp>
      <p:pic>
        <p:nvPicPr>
          <p:cNvPr id="275" name="Google Shape;27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950" y="60350"/>
            <a:ext cx="6374649" cy="4808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Lines Pitch Deck by Slidesgo">
  <a:themeElements>
    <a:clrScheme name="Simple Light">
      <a:dk1>
        <a:srgbClr val="302926"/>
      </a:dk1>
      <a:lt1>
        <a:srgbClr val="E7E7E7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029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